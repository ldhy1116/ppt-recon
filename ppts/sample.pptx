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第一章节</a:t>
            </a:r>
          </a:p>
          <a:p>
            <a:r>
              <a:t>第二章节</a:t>
            </a:r>
          </a:p>
          <a:p>
            <a:r>
              <a:t>第三章节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第一章内容要点A</a:t>
            </a:r>
          </a:p>
          <a:p>
            <a:r>
              <a:t>第一章内容要点B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第二章内容要点A</a:t>
            </a:r>
          </a:p>
          <a:p>
            <a:r>
              <a:t>第二章内容要点B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第三章节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第三章内容要点A</a:t>
            </a:r>
          </a:p>
          <a:p>
            <a:r>
              <a:t>第三章内容要点B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本文总结了三个章节的要点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致谢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